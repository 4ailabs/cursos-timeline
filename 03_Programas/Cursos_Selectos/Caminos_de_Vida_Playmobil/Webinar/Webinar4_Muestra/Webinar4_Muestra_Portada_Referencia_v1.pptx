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fcfcfb6bbe4392" /><Relationship Type="http://schemas.openxmlformats.org/officeDocument/2006/relationships/extended-properties" Target="/docProps/app.xml" Id="Rd3d0bd6f3b1349d8" /><Relationship Type="http://schemas.openxmlformats.org/officeDocument/2006/relationships/officeDocument" Target="/ppt/presentation.xml" Id="R6f271088b9bf4d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7e87ff53a14f75"/>
  </p:sldMasterIdLst>
  <p:notesMasterIdLst>
    <p:notesMasterId xmlns:r="http://schemas.openxmlformats.org/officeDocument/2006/relationships" r:id="R4cd680ba38164ab0"/>
  </p:notesMasterIdLst>
  <p:sldIdLst>
    <p:sldId xmlns:r="http://schemas.openxmlformats.org/officeDocument/2006/relationships" id="256" r:id="R2a73f78e552942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23fbc314694ce5" /><Relationship Type="http://schemas.openxmlformats.org/officeDocument/2006/relationships/slideMaster" Target="/ppt/slideMasters/slideMaster1.xml" Id="Rca7e87ff53a14f75" /><Relationship Type="http://schemas.openxmlformats.org/officeDocument/2006/relationships/notesMaster" Target="/ppt/notesMasters/notesMaster1.xml" Id="R4cd680ba38164ab0" /><Relationship Type="http://schemas.openxmlformats.org/officeDocument/2006/relationships/presProps" Target="/ppt/presProps.xml" Id="Re84a2cf7e9004918" /><Relationship Type="http://schemas.openxmlformats.org/officeDocument/2006/relationships/tableStyles" Target="/ppt/tableStyles.xml" Id="R21cdf66871994826" /><Relationship Type="http://schemas.openxmlformats.org/officeDocument/2006/relationships/slide" Target="/ppt/slides/slide1.xml" Id="R2a73f78e552942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d4417006964d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d6111b40334bf5" /><Relationship Type="http://schemas.openxmlformats.org/officeDocument/2006/relationships/notesMaster" Target="/ppt/notesMasters/notesMaster1.xml" Id="R5ff3ec8e3ea743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Muestra de estilo para Webinar 4 basada en la referencia visual /Users/miguelojedarios/Pictures/12.png. La imagen de fondo fue generada como nueva imagen editorial de apoyo; las escenas clínicas posteriores se exportarán desde /Users/miguelojedarios/layout_caminos/index.html. Texto basado en Guion_Teleprompter_Webinar4.md. No representa una sesión clínica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ea7aa279a4f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051f2c35234068" /><Relationship Type="http://schemas.openxmlformats.org/officeDocument/2006/relationships/slideLayout" Target="/ppt/slideLayouts/slideLayout1.xml" Id="R139e4205eb0046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9e4205eb0046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34b9231a64cd6" /><Relationship Type="http://schemas.openxmlformats.org/officeDocument/2006/relationships/image" Target="/ppt/media/image.png" Id="R3c84510b9d4c416e" /><Relationship Type="http://schemas.openxmlformats.org/officeDocument/2006/relationships/notesSlide" Target="/ppt/notesSlides/notesSlide1.xml" Id="Ra50cf24b42de46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4510b9d4c416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2CA94-9CC8-49DA-BB9F-12BCCE54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93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31EF3-2E70-4EBC-9D86-CA4E90C5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04800"/>
            <a:ext cx="2381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441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64406-C957-4B73-A6B9-9E0CDC6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▶   WEBINAR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F21C2-37F9-4093-910F-67323BB8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2B1B11"/>
                </a:solidFill>
                <a:latin typeface="Helvetica Neue"/>
                <a:ea typeface="Helvetica Neue"/>
                <a:cs typeface="Helvetica Neue"/>
              </a:rPr>
              <a:t>TERAPIA CON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48258-1583-40D0-95D1-DB9EFCAB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25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MUÑECOS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CDCFC-F2FE-4EA2-904D-88E935D1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4267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1B1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DBF43-2F1F-4934-A294-F317F3A0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57525"/>
            <a:ext cx="3962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TRES SESIONES REALES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D5578-A918-4D93-8236-16A9E2F0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LA HOJA REVELA LO QUE LA</a:t>
            </a:r>
          </a:p>
          <a:p xmlns:a="http://schemas.openxmlformats.org/drawingml/2006/main">
            <a:pPr algn="l">
              <a:def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CONVERSACIÓN NO ALCANZA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5A60E-537F-4D26-A69E-96A35579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261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A2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8F6FD-A367-4F65-8BD5-7931120D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4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4B443D"/>
                </a:solidFill>
                <a:latin typeface="Helvetica Neue"/>
                <a:ea typeface="Helvetica Neue"/>
                <a:cs typeface="Helvetica Neue"/>
              </a:rPr>
              <a:t>Casos anonimizados · demostración en vivo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05901-E48D-4C55-8D42-F058921D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344418"/>
                </a:solidFill>
                <a:latin typeface="Helvetica Neue"/>
                <a:ea typeface="Helvetica Neue"/>
                <a:cs typeface="Helvetica Neue"/>
              </a:rPr>
              <a:t>DR. MIGUEL OJEDA RIOS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17973-84A5-43D3-B0AB-A7660603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B44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4B443D"/>
                </a:solidFill>
                <a:latin typeface="Helvetica Neue"/>
                <a:ea typeface="Helvetica Neue"/>
                <a:cs typeface="Helvetica Neue"/>
              </a:rPr>
              <a:t>INSTITUTO CENTROBIOENERGÉTICA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DA00B2-CA9A-41E9-84B4-32437737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6C625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6C625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78178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2026-09-04T22:05:15.8220000Z</dcterms:created>
  <dcterms:modified xsi:type="dcterms:W3CDTF">2026-09-04T22:05:15.8220000Z</dcterms:modified>
</coreProperties>
</file>