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64008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743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298448"/>
            <a:ext cx="8321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Lectura del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Campo Mórfico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Péndulo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11480" y="312724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·  Lo Que Tu Mascota Quiere Decirte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200400" y="3639312"/>
            <a:ext cx="2743200" cy="36576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Centrobioenergetica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418795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Miguel Ojeda Rios  ·  Viernes 27 de marzo 2026  ·  5:45 – 6:30 pm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749040" y="4617720"/>
            <a:ext cx="1645920" cy="402336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46177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109728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256032"/>
            <a:ext cx="868680" cy="27432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256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Lee el Péndulo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11480" y="129844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hacer algo que normalmente hago en consulta privada.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77393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lecturas por animal: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212848"/>
            <a:ext cx="4160520" cy="2670048"/>
          </a:xfrm>
          <a:prstGeom prst="rect">
            <a:avLst/>
          </a:prstGeom>
          <a:solidFill>
            <a:srgbClr val="2A5040"/>
          </a:solidFill>
          <a:ln w="12700">
            <a:solidFill>
              <a:srgbClr val="2A5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212848"/>
            <a:ext cx="475488" cy="2670048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2212848"/>
            <a:ext cx="47548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87552" y="2340864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Sensaciones Básicas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87552" y="2834640"/>
            <a:ext cx="3355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está sintiendo el animal en este momento — qué carga lleva en el campo.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3602736"/>
            <a:ext cx="3355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sensaciones · 3 grupos: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emocional · Relacional · Energético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17720" y="2212848"/>
            <a:ext cx="4160520" cy="267004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17720" y="2212848"/>
            <a:ext cx="475488" cy="267004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17720" y="2212848"/>
            <a:ext cx="47548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239512" y="2340864"/>
            <a:ext cx="3355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Patrón Relacional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239512" y="2834640"/>
            <a:ext cx="3355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 de los 7 patrones entre el dueño y el animal está activo en el campo.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239512" y="3602736"/>
            <a:ext cx="3355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patrones · del campo del dueño al campo del animal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109728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256032"/>
            <a:ext cx="868680" cy="27432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256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Funciona el Péndulo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365760" y="1353312"/>
            <a:ext cx="8412480" cy="80467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6928" y="1353312"/>
            <a:ext cx="8028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péndulo amplifica una respuesta del sistema nervioso que normalmente no registramos de forma consciente.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magia — es biofeedback. El cuerpo ya sabe. El péndulo solo hace visible lo que ya está ahí.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7472" y="2340864"/>
            <a:ext cx="2103120" cy="2542032"/>
          </a:xfrm>
          <a:prstGeom prst="rect">
            <a:avLst/>
          </a:prstGeom>
          <a:solidFill>
            <a:srgbClr val="2A5040"/>
          </a:solidFill>
          <a:ln w="12700">
            <a:solidFill>
              <a:srgbClr val="2A5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" y="2340864"/>
            <a:ext cx="2103120" cy="402336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23408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5488" y="283464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Sostener quieto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5488" y="3310128"/>
            <a:ext cx="1847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Sostener el péndulo sin moverlo. Esperar a que esté en reposo.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542032" y="2340864"/>
            <a:ext cx="2103120" cy="2542032"/>
          </a:xfrm>
          <a:prstGeom prst="rect">
            <a:avLst/>
          </a:prstGeom>
          <a:solidFill>
            <a:srgbClr val="2A5040"/>
          </a:solidFill>
          <a:ln w="12700">
            <a:solidFill>
              <a:srgbClr val="2A5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42032" y="2340864"/>
            <a:ext cx="2103120" cy="402336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42032" y="23408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670048" y="283464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Calibrar el SÍ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670048" y="3310128"/>
            <a:ext cx="1847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con respuesta verdadera: "Mi nombre es Miguel." El movimiento que aparece = SÍ.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36592" y="2340864"/>
            <a:ext cx="2103120" cy="254203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36592" y="2340864"/>
            <a:ext cx="2103120" cy="402336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36592" y="23408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864608" y="283464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Calibrar el NO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64608" y="3310128"/>
            <a:ext cx="1847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con respuesta falsa: "Mi nombre es Carlos." El movimiento diferente = NO.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931152" y="2340864"/>
            <a:ext cx="2103120" cy="254203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931152" y="2340864"/>
            <a:ext cx="2103120" cy="402336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31152" y="23408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059168" y="283464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Leer el campo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059168" y="3310128"/>
            <a:ext cx="1847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foto del animal, hacer preguntas específicas. Anotar las confirmaciones.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109728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256032"/>
            <a:ext cx="1261872" cy="27432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2560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Sensaciones Básicas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6492240" y="658368"/>
            <a:ext cx="2331720" cy="402336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65836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— Estado Emocional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243584"/>
            <a:ext cx="8412480" cy="329184"/>
          </a:xfrm>
          <a:prstGeom prst="rect">
            <a:avLst/>
          </a:prstGeom>
          <a:solidFill>
            <a:srgbClr val="2A5040"/>
          </a:solidFill>
          <a:ln w="12700">
            <a:solidFill>
              <a:srgbClr val="2A50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2435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SENSACIÓN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309360" y="12435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" y="1591056"/>
            <a:ext cx="8412480" cy="530352"/>
          </a:xfrm>
          <a:prstGeom prst="rect">
            <a:avLst/>
          </a:prstGeom>
          <a:solidFill>
            <a:srgbClr val="243D32"/>
          </a:solidFill>
          <a:ln w="12700">
            <a:solidFill>
              <a:srgbClr val="243D3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0352" y="1773936"/>
            <a:ext cx="146304" cy="146304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1645920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Miedo con causa conocida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36208" y="1682496"/>
            <a:ext cx="36576" cy="34747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82512" y="16459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Mimulus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2148840"/>
            <a:ext cx="8412480" cy="530352"/>
          </a:xfrm>
          <a:prstGeom prst="rect">
            <a:avLst/>
          </a:prstGeom>
          <a:solidFill>
            <a:srgbClr val="2A5040"/>
          </a:solidFill>
          <a:ln w="12700">
            <a:solidFill>
              <a:srgbClr val="2A504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0352" y="2331720"/>
            <a:ext cx="146304" cy="146304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2203704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Pánico / terror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36208" y="2240280"/>
            <a:ext cx="36576" cy="34747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82512" y="220370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Rose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" y="2706624"/>
            <a:ext cx="8412480" cy="530352"/>
          </a:xfrm>
          <a:prstGeom prst="rect">
            <a:avLst/>
          </a:prstGeom>
          <a:solidFill>
            <a:srgbClr val="243D32"/>
          </a:solidFill>
          <a:ln w="12700">
            <a:solidFill>
              <a:srgbClr val="243D3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0352" y="2889504"/>
            <a:ext cx="146304" cy="146304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2761488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 difusa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236208" y="2798064"/>
            <a:ext cx="36576" cy="34747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82512" y="27614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65760" y="3264408"/>
            <a:ext cx="8412480" cy="530352"/>
          </a:xfrm>
          <a:prstGeom prst="rect">
            <a:avLst/>
          </a:prstGeom>
          <a:solidFill>
            <a:srgbClr val="2A5040"/>
          </a:solidFill>
          <a:ln w="12700">
            <a:solidFill>
              <a:srgbClr val="2A504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30352" y="3447288"/>
            <a:ext cx="146304" cy="146304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2960" y="3319272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Tristeza / duelo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236208" y="3355848"/>
            <a:ext cx="36576" cy="34747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82512" y="33192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Honeysuckle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65760" y="3822192"/>
            <a:ext cx="8412480" cy="530352"/>
          </a:xfrm>
          <a:prstGeom prst="rect">
            <a:avLst/>
          </a:prstGeom>
          <a:solidFill>
            <a:srgbClr val="243D32"/>
          </a:solidFill>
          <a:ln w="12700">
            <a:solidFill>
              <a:srgbClr val="243D3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30352" y="4005072"/>
            <a:ext cx="146304" cy="146304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2960" y="3877056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Desesperanza / rendición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236208" y="3913632"/>
            <a:ext cx="36576" cy="34747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82512" y="387705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Rose · Sweet Chestnut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65760" y="4379976"/>
            <a:ext cx="8412480" cy="530352"/>
          </a:xfrm>
          <a:prstGeom prst="rect">
            <a:avLst/>
          </a:prstGeom>
          <a:solidFill>
            <a:srgbClr val="2A5040"/>
          </a:solidFill>
          <a:ln w="12700">
            <a:solidFill>
              <a:srgbClr val="2A504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30352" y="4562856"/>
            <a:ext cx="146304" cy="146304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22960" y="4434840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/ trauma no resuelto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236208" y="4471416"/>
            <a:ext cx="36576" cy="34747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382512" y="44348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of Bethlehem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109728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20116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Sensaciones Básicas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749808"/>
            <a:ext cx="4224528" cy="413308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749808"/>
            <a:ext cx="4224528" cy="34747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7498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 — Estado Relacional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30352" y="1261872"/>
            <a:ext cx="164592" cy="164592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1188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Apego excesivo / dependencia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Chicory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0352" y="2066544"/>
            <a:ext cx="164592" cy="164592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19933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Absorción del campo del dueño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24323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Walnut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0352" y="2871216"/>
            <a:ext cx="164592" cy="164592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27980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Hostilidad como defensa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" y="3236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0352" y="3675888"/>
            <a:ext cx="164592" cy="164592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6027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Preocupación por el dueño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" y="4041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Chestnut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36592" y="749808"/>
            <a:ext cx="4069080" cy="4133088"/>
          </a:xfrm>
          <a:prstGeom prst="rect">
            <a:avLst/>
          </a:prstGeom>
          <a:solidFill>
            <a:srgbClr val="EDE5D8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36592" y="749808"/>
            <a:ext cx="4069080" cy="347472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19472" y="74980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— Estado Energético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901184" y="1261872"/>
            <a:ext cx="164592" cy="16459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93792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Agotamiento del campo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193792" y="16642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reservas de base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193792" y="20299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901184" y="2743200"/>
            <a:ext cx="164592" cy="16459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93792" y="26700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Instinto primario bloqueado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193792" y="314553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Instintos naturales suprimidos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193792" y="35112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reverso de la hoja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736592" y="4261104"/>
            <a:ext cx="4069080" cy="4572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19472" y="426110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hojas impresas acompañan la lectura.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109728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256032"/>
            <a:ext cx="1261872" cy="27432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2560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C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Fuente: ¿De Dónde Viene?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11480" y="129844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sensación confirmada — preguntar las tres fuentes. El tratamiento cambia según la fuente.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" y="1810512"/>
            <a:ext cx="2834640" cy="3090672"/>
          </a:xfrm>
          <a:prstGeom prst="rect">
            <a:avLst/>
          </a:prstGeom>
          <a:solidFill>
            <a:srgbClr val="2A5040"/>
          </a:solidFill>
          <a:ln w="12700">
            <a:solidFill>
              <a:srgbClr val="2A5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5488" y="19202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PROPIO ANIMAL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75488" y="2286000"/>
            <a:ext cx="257860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“Hay algo en su historia — antes de llegar contigo — que dejó esa grabación.”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" y="4041648"/>
            <a:ext cx="2578608" cy="36576"/>
          </a:xfrm>
          <a:prstGeom prst="rect">
            <a:avLst/>
          </a:prstGeom>
          <a:solidFill>
            <a:srgbClr val="A8D5BA"/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" y="4133088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historia directa · experiencias previas · trauma propio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91840" y="1810512"/>
            <a:ext cx="2834640" cy="309067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419856" y="19202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CAMPO DEL DUEÑO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419856" y="2286000"/>
            <a:ext cx="257860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“La ansiedad difusa — viene del campo del dueño. El animal no la generó. La recibe.”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19856" y="4041648"/>
            <a:ext cx="2578608" cy="36576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19856" y="4133088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animal absorbe o refleja lo que el dueño carga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36208" y="1810512"/>
            <a:ext cx="2834640" cy="3090672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364224" y="19202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AMBIENTE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364224" y="2286000"/>
            <a:ext cx="257860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“El agotamiento — viene del lugar. El espacio tiene algo que el animal percibe y carga.”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364224" y="4041648"/>
            <a:ext cx="2578608" cy="36576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64224" y="4133088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del espacio: duelo · violencia · conflicto · enfermedad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109728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256032"/>
            <a:ext cx="1261872" cy="27432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2560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D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7 Patrones Relacionales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11480" y="12618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péndulo recorre los 7 sobre la foto. Cuando confirma, el patrón se conecta con las sensaciones que ya aparecieron.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" y="1719072"/>
            <a:ext cx="2066544" cy="148132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" y="1719072"/>
            <a:ext cx="2066544" cy="347472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171907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5488" y="2176272"/>
            <a:ext cx="18105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Absorción de Trauma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505456" y="1719072"/>
            <a:ext cx="2066544" cy="148132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05456" y="1719072"/>
            <a:ext cx="2066544" cy="347472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05456" y="171907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633472" y="2176272"/>
            <a:ext cx="18105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Reflejo de Ansiedad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663440" y="1719072"/>
            <a:ext cx="2066544" cy="148132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1719072"/>
            <a:ext cx="2066544" cy="347472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63440" y="171907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91456" y="2176272"/>
            <a:ext cx="18105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Sobreprotección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21424" y="1719072"/>
            <a:ext cx="2066544" cy="148132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21424" y="1719072"/>
            <a:ext cx="2066544" cy="347472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21424" y="1719072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949440" y="2176272"/>
            <a:ext cx="18105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Abandono Emocional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87552" y="3364992"/>
            <a:ext cx="2377440" cy="148132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87552" y="3364992"/>
            <a:ext cx="2377440" cy="347472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3364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15568" y="3822192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Conflicto de Roles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456432" y="3364992"/>
            <a:ext cx="2377440" cy="148132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456432" y="3364992"/>
            <a:ext cx="2377440" cy="347472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56432" y="3364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584448" y="3822192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Energía Depresiva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925312" y="3364992"/>
            <a:ext cx="2377440" cy="148132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925312" y="3364992"/>
            <a:ext cx="2377440" cy="347472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25312" y="33649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053328" y="3822192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Culpa del Dueño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109728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256032"/>
            <a:ext cx="868680" cy="27432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256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Protocolo de Lectura en Vivo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11480" y="12618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minutos por caso · 2 voluntarios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682496"/>
            <a:ext cx="8412480" cy="603504"/>
          </a:xfrm>
          <a:prstGeom prst="rect">
            <a:avLst/>
          </a:prstGeom>
          <a:solidFill>
            <a:srgbClr val="2A5040"/>
          </a:solidFill>
          <a:ln w="12700">
            <a:solidFill>
              <a:srgbClr val="2A5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682496"/>
            <a:ext cx="548640" cy="603504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682496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24128" y="173736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Conexión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090672" y="1810512"/>
            <a:ext cx="36576" cy="34747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55264" y="1737360"/>
            <a:ext cx="5340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Sostener la foto. Silencio. Registrar especie y edad antes de iniciar.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2340864"/>
            <a:ext cx="8412480" cy="603504"/>
          </a:xfrm>
          <a:prstGeom prst="rect">
            <a:avLst/>
          </a:prstGeom>
          <a:solidFill>
            <a:srgbClr val="2A5040"/>
          </a:solidFill>
          <a:ln w="12700">
            <a:solidFill>
              <a:srgbClr val="2A5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340864"/>
            <a:ext cx="548640" cy="603504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2340864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24128" y="239572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Sensaciones básicas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090672" y="2468880"/>
            <a:ext cx="36576" cy="34747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55264" y="2395728"/>
            <a:ext cx="5340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los 3 grupos. Confirmar sí o no en voz alta para cada ítem.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65760" y="2999232"/>
            <a:ext cx="8412480" cy="603504"/>
          </a:xfrm>
          <a:prstGeom prst="rect">
            <a:avLst/>
          </a:prstGeom>
          <a:solidFill>
            <a:srgbClr val="2A5040"/>
          </a:solidFill>
          <a:ln w="12700">
            <a:solidFill>
              <a:srgbClr val="2A5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5760" y="2999232"/>
            <a:ext cx="548640" cy="603504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2999232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24128" y="305409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fuente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090672" y="3127248"/>
            <a:ext cx="36576" cy="34747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55264" y="3054096"/>
            <a:ext cx="5340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sensación confirmada: ¿viene del animal, del dueño, o del ambiente?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65760" y="3657600"/>
            <a:ext cx="8412480" cy="603504"/>
          </a:xfrm>
          <a:prstGeom prst="rect">
            <a:avLst/>
          </a:prstGeom>
          <a:solidFill>
            <a:srgbClr val="2A5040"/>
          </a:solidFill>
          <a:ln w="12700">
            <a:solidFill>
              <a:srgbClr val="2A5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65760" y="3657600"/>
            <a:ext cx="548640" cy="603504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3657600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24128" y="371246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Patrón relacional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3090672" y="3785616"/>
            <a:ext cx="36576" cy="34747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55264" y="3712464"/>
            <a:ext cx="5340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los 7 patrones. Conectar con lo que apareció en la fuente.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65760" y="4315968"/>
            <a:ext cx="8412480" cy="603504"/>
          </a:xfrm>
          <a:prstGeom prst="rect">
            <a:avLst/>
          </a:prstGeom>
          <a:solidFill>
            <a:srgbClr val="2A5040"/>
          </a:solidFill>
          <a:ln w="12700">
            <a:solidFill>
              <a:srgbClr val="2A5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65760" y="4315968"/>
            <a:ext cx="548640" cy="603504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" y="4315968"/>
            <a:ext cx="548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024128" y="437083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Devolución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3090672" y="4443984"/>
            <a:ext cx="36576" cy="34747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255264" y="4370832"/>
            <a:ext cx="5340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¿Algo de lo que apareció resuena contigo, en tu animal o en ti mismo?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109728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256032"/>
            <a:ext cx="868680" cy="27432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256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Hacerlo en Casa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365760" y="1353312"/>
            <a:ext cx="8412480" cy="694944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1353312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acaban de ver — lo pueden hacer ustedes en casa con cualquier péndulo.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47472" y="2231136"/>
            <a:ext cx="4297680" cy="1133856"/>
          </a:xfrm>
          <a:prstGeom prst="rect">
            <a:avLst/>
          </a:prstGeom>
          <a:solidFill>
            <a:srgbClr val="EDE5D8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2231136"/>
            <a:ext cx="5303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9E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97280" y="232257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Foto del animal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2706624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foto clara del animal. La foto es el puente al campo.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82312" y="2231136"/>
            <a:ext cx="4297680" cy="1133856"/>
          </a:xfrm>
          <a:prstGeom prst="rect">
            <a:avLst/>
          </a:prstGeom>
          <a:solidFill>
            <a:srgbClr val="EDE5D8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92040" y="2231136"/>
            <a:ext cx="5303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9E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532120" y="232257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Calibración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532120" y="2706624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/ No con preguntas conocidas. Siempre antes de cada lectura.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47472" y="3493008"/>
            <a:ext cx="4297680" cy="1133856"/>
          </a:xfrm>
          <a:prstGeom prst="rect">
            <a:avLst/>
          </a:prstGeom>
          <a:solidFill>
            <a:srgbClr val="EDE5D8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7200" y="3493008"/>
            <a:ext cx="5303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9E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97280" y="358444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Recorrer la lista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97280" y="3968496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12 sensaciones en orden. Anotar lo que confirma el péndulo.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782312" y="3493008"/>
            <a:ext cx="4297680" cy="1133856"/>
          </a:xfrm>
          <a:prstGeom prst="rect">
            <a:avLst/>
          </a:prstGeom>
          <a:solidFill>
            <a:srgbClr val="EDE5D8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892040" y="3493008"/>
            <a:ext cx="5303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9E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532120" y="358444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7 patrones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532120" y="3968496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la hoja de patrones. Conectar con las sensaciones que aparecieron.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65760" y="4681728"/>
            <a:ext cx="8412480" cy="36576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47548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lectura a la semana es suficiente. Lo que no sepan interpretar — lo traen al Módulo 2.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64008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pic>
        <p:nvPicPr>
          <p:cNvPr id="4" name="Image 0" descr="/sessions/focused-admiring-fermi/mnt/Mascotas_2026/Programa/logo ce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109728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256032"/>
            <a:ext cx="868680" cy="27432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256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Hace el Campo Mórfico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365760" y="1389888"/>
            <a:ext cx="8412480" cy="1024128"/>
          </a:xfrm>
          <a:prstGeom prst="rect">
            <a:avLst/>
          </a:prstGeom>
          <a:solidFill>
            <a:srgbClr val="2A5040"/>
          </a:solidFill>
          <a:ln w="12700">
            <a:solidFill>
              <a:srgbClr val="2A5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1389888"/>
            <a:ext cx="8046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péndulo no dice nada que el animal no esté ya mostrando.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hace es hacerlo legible — en palabras, en categorías, en algo que el dueño puede recibir y trabajar.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5760" y="2578608"/>
            <a:ext cx="8412480" cy="1024128"/>
          </a:xfrm>
          <a:prstGeom prst="rect">
            <a:avLst/>
          </a:prstGeom>
          <a:solidFill>
            <a:srgbClr val="2A5040"/>
          </a:solidFill>
          <a:ln w="12700">
            <a:solidFill>
              <a:srgbClr val="2A5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8640" y="2578608"/>
            <a:ext cx="8046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casi siempre, lo que aparece en el campo del animal — lo que el péndulo confirma — ya lo sabían. Lo sentían. Solo que no lo habían nombrado todavía.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286000" y="3749040"/>
            <a:ext cx="4572000" cy="36576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38587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Eso es lo que hace el campo mórfico: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11480" y="426110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llevar a consciencia lo que ya está ahí.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Centrobioenergetica  ·  Dr. Miguel Ojeda Rios  ·  Módulo 1  ·  27 marzo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Lectura del Campo Mórfico con Péndulo — Bloque 5</dc:title>
  <dc:subject>PptxGenJS Presentation</dc:subject>
  <dc:creator>Dr. Miguel Ojeda Rios</dc:creator>
  <cp:lastModifiedBy>Dr. Miguel Ojeda Rios</cp:lastModifiedBy>
  <cp:revision>1</cp:revision>
  <dcterms:created xsi:type="dcterms:W3CDTF">2026-03-27T19:19:10Z</dcterms:created>
  <dcterms:modified xsi:type="dcterms:W3CDTF">2026-03-27T19:19:10Z</dcterms:modified>
</cp:coreProperties>
</file>