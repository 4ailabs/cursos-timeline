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Espejo Invisible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Lo Que Tu Mascota Quiere Decirte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10896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Centrobioenergetica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566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Miguel Ojeda Rios  ·  Viernes 27 de marzo 2026  ·  3:00 – 3:45 pm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4206240"/>
            <a:ext cx="1645920" cy="4572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1463040" cy="292608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TODO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Regla que Gobierna el Taller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minutos  ·  Sin diapositivas  ·  Antes de cualquier contenido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64008" cy="22860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vamos a ver hoy es </a:t>
            </a:r>
            <a:pPr indent="0" marL="0">
              <a:buNone/>
            </a:pPr>
            <a:r>
              <a:rPr lang="en-US" sz="17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Va junto con el veterinario, </a:t>
            </a:r>
            <a:pPr indent="0" marL="0">
              <a:buNone/>
            </a:pPr>
            <a:r>
              <a:rPr lang="en-US" sz="1700" b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lugar de él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mascota tiene síntomas, el primer paso siempre es el veterinario.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aprenderás aquí es la capa emocional que el veterinario no ve.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clínico es </a:t>
            </a:r>
            <a:endParaRPr lang="en-US" sz="1700" dirty="0"/>
          </a:p>
          <a:p>
            <a:pPr indent="0" marL="0">
              <a:buNone/>
            </a:pPr>
            <a:r>
              <a:rPr lang="en-US" sz="1800" b="1" dirty="0">
                <a:solidFill>
                  <a:srgbClr val="C9A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siempre primero. Siempre.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6B9E78">
              <a:alpha val="60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Pausa. Confirma con el grupo. Continúa.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7315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256032"/>
            <a:ext cx="822960" cy="256032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560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4592" y="68580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Caso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Abre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4592" y="28346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minutos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diapositivas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 al caso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749040"/>
            <a:ext cx="2103120" cy="36576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38404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"Cuenta el silencio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dueña.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 momento vale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que cualquier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explicación."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274320"/>
            <a:ext cx="5989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0360" y="274320"/>
            <a:ext cx="64008" cy="11887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47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Perrita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71323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años · Otitis recurrente · 3 episodios en 6 meses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Antibiótico → mejora → recaída. Veterinario descartó anatomía, alergias, parásitos. Todo limpio.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0360" y="1645920"/>
            <a:ext cx="5989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80360" y="1645920"/>
            <a:ext cx="64008" cy="128016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7190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Cambió Todo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208483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"¿Hay algo en tu casa que llevas tiempo sin resolver?"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Silencio largo. 6 meses postergando una conversación que sabía que iba a cambiarlo todo.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Siguió evitando.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80360" y="3108960"/>
            <a:ext cx="5989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80360" y="3108960"/>
            <a:ext cx="64008" cy="123444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1821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 Después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354787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medicación adicional. La acompañé a prepararse para tener esa conversación.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otitis no volvió.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45262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"¿Cómo llega el estado emocional de un humano hasta el oído de una perrita?  Eso es lo que vamos a entender hoy."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56032"/>
            <a:ext cx="868680" cy="256032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de Vínculo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4264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 realmente el vínculo con mi animal?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846320" cy="265176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574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4434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Saca la foto de tu mascota
</a:t>
            </a:r>
            <a:pPr indent="0" marL="0">
              <a:buNone/>
            </a:pPr>
            <a:r>
              <a:rPr lang="en-US" sz="14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preguntas  ·  5 minutos
</a:t>
            </a:r>
            <a:pPr indent="0" marL="0">
              <a:buNone/>
            </a:pPr>
            <a:r>
              <a:rPr lang="en-US" sz="14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cómo quisieras que fuera — </a:t>
            </a:r>
            <a:pPr indent="0" marL="0">
              <a:buNone/>
            </a:pPr>
            <a:r>
              <a:rPr lang="en-US" sz="1400" b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realmente es
</a:t>
            </a:r>
            <a:pPr indent="0" marL="0">
              <a:buNone/>
            </a:pPr>
            <a:r>
              <a:rPr lang="en-US" sz="14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cuántas A, B o C tienes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736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Hoja impresa  ·  Foto de tu mascota sobre la mesa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691640"/>
            <a:ext cx="3337560" cy="9601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59552" y="173736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17920" y="1801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Seguro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2219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emocional estable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2788920"/>
            <a:ext cx="3337560" cy="96012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59552" y="28346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217920" y="28986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Ansioso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3192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 de fondo en el sistema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0680" y="3886200"/>
            <a:ext cx="3337560" cy="960120"/>
          </a:xfrm>
          <a:prstGeom prst="rect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9552" y="39319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217920" y="39959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Evitativo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416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aprendida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PREGUNTAS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impresa  ·  A · B · C por pregunta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832104"/>
            <a:ext cx="365760" cy="365760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32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7955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llegas a casa, tu animal...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03320" y="10881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43560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" y="1581912"/>
            <a:ext cx="365760" cy="365760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15453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 vas o no estás, tu animal...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1837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18541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" y="2331720"/>
            <a:ext cx="365760" cy="365760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2951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personas o situaciones nuevas...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703320" y="2587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93522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3081528"/>
            <a:ext cx="365760" cy="365760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30449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tu contacto o presencia...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0332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68580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832104"/>
            <a:ext cx="365760" cy="365760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832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7955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estás triste, tenso o angustiado...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38160" y="10881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143560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27448" y="1581912"/>
            <a:ext cx="365760" cy="365760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27448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15453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Juega y muestra curiosidad...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38160" y="18379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218541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27448" y="2331720"/>
            <a:ext cx="365760" cy="365760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22951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estado general cotidiano...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138160" y="2587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" y="482803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conducta equilibrada  ·  B = exceso / ansiedad  ·  C = retraído / indiferente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Perfiles de Vínculo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perfil es definitivo  ·  El vínculo se puede trabajar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697480" cy="34747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6B9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2697480" cy="9601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4475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078992" y="1508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Seguro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24688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emocional estable.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animal confía, tiene autonomía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regula solo.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patrón sano.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3840480"/>
            <a:ext cx="2514600" cy="82296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877056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"¡Entender por qué funciona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 ayudará a mantenerlo."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97480" cy="34747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C887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697480" cy="96012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4475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023360" y="1508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Ansioso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4688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 de fondo en el sistema.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animal absorbe y amplifica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procesa en el hogar.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3840480"/>
            <a:ext cx="2514600" cy="82296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3877056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"Tu animal no es difícil.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procesando algo."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4768" y="1417320"/>
            <a:ext cx="2697480" cy="3474720"/>
          </a:xfrm>
          <a:prstGeom prst="rect">
            <a:avLst/>
          </a:prstGeom>
          <a:solidFill>
            <a:srgbClr val="FFFFFF">
              <a:alpha val="93000"/>
            </a:srgbClr>
          </a:solidFill>
          <a:ln w="12700">
            <a:solidFill>
              <a:srgbClr val="7A9E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4768" y="1417320"/>
            <a:ext cx="2697480" cy="960120"/>
          </a:xfrm>
          <a:prstGeom prst="rect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444752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6967728" y="15087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Evitativo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67728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Mayoría 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246888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aprendida. Puede 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de instintos, historia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previa, o desconexión.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6208" y="3840480"/>
            <a:ext cx="2514600" cy="822960"/>
          </a:xfrm>
          <a:prstGeom prst="rect">
            <a:avLst/>
          </a:prstGeom>
          <a:solidFill>
            <a:srgbClr val="7A9EB5"/>
          </a:solidFill>
          <a:ln w="12700">
            <a:solidFill>
              <a:srgbClr val="7A9E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877056"/>
            <a:ext cx="2368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"Lo que parece indiferencia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frecuentemente es distancia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aprendida."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-731520"/>
            <a:ext cx="6400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0" b="1" dirty="0">
                <a:solidFill>
                  <a:srgbClr val="6B9E78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47472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474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Ciencia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Vínculo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11480" y="33375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estudios publicados.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historia que cambia la forma de entender a tu mascota.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4297680"/>
            <a:ext cx="21488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297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Science, 2015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4297680"/>
            <a:ext cx="21488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4297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Reports, 2019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66360" y="4297680"/>
            <a:ext cx="2148840" cy="4114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4297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Veterinary Journal, 2009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1 · NEUROQUÍMICO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0" y="914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· 2015 · Nagasawa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Mirada — El Bucle que lo Inicia Todo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98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OXITOCINA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274320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dueño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 perro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simultáneamente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37307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interacción libre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88720"/>
            <a:ext cx="64008" cy="11887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2618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62763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 mira → Oxitocina del dueño ↑ → Dueño acaricia y mira → Oxitocina del perro ↑ → Perro vuelve a mirar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542032"/>
            <a:ext cx="5577840" cy="10058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26151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bucle que activa entre madre e hijo recién nacido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3063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mascota no te manipula. Activa el mismo sistema que te permite amar a tus hijos.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703320"/>
            <a:ext cx="5577840" cy="594360"/>
          </a:xfrm>
          <a:prstGeom prst="rect">
            <a:avLst/>
          </a:prstGeom>
          <a:solidFill>
            <a:srgbClr val="6B9E78">
              <a:alpha val="25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30752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Estudiado en perros por disponibilidad de datos — el mecanismo del vínculo existe en cualquier animal de convivencia.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44348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minutos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1 · NEUROQUÍMICO (CONTINUACIÓN)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0" y="91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 · 2019 · Sundman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Cortisol — La Fotografía del Estrés Crónico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474720" cy="347472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2801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95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dueños + perros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3364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Linköping, Suecia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2743200" cy="457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8587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medido en el pelo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(historia de 3 meses, no 1 día)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0" y="1188720"/>
            <a:ext cx="4846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1188720"/>
            <a:ext cx="64008" cy="100584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128016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estresado = Perro estresado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24528" y="16733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en verano y en invierno. Sin excepción.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2359152"/>
            <a:ext cx="4846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0" y="2359152"/>
            <a:ext cx="64008" cy="100584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245059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fue del dueño al perro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24528" y="28437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 revés. La personalidad del dueño fue el predictor más potente.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3529584"/>
            <a:ext cx="4846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3529584"/>
            <a:ext cx="64008" cy="100584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362102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 la raza, ni el ejercicio, ni la edad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24528" y="4014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nivel de ansiedad sostenida del dueño en el tiempo.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23360" y="4645152"/>
            <a:ext cx="4846320" cy="365760"/>
          </a:xfrm>
          <a:prstGeom prst="rect">
            <a:avLst/>
          </a:prstGeom>
          <a:solidFill>
            <a:srgbClr val="1E3A2F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4645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El pelo de la perrita con otitis lo hubiera registrado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3 · SOMÁTICO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0" y="91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Veterinary Journal · 2009 · Keeling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Caballo y el Paraguas — El Cuerpo como Mensaje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685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experimento: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26187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 jinetes se les dijo: "En algún momento del recorrido, alguien abrirá un paraguas."  —  El paraguas nunca se abrió.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2029968"/>
            <a:ext cx="8595360" cy="1417320"/>
          </a:xfrm>
          <a:prstGeom prst="rect">
            <a:avLst/>
          </a:prstGeom>
          <a:solidFill>
            <a:srgbClr val="C8876E"/>
          </a:solidFill>
          <a:ln w="12700">
            <a:solidFill>
              <a:srgbClr val="C887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8092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con la anticipación del jinete — solo con el pensamiento "va a pasar algo" —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frecuencia cardíaca del caballo subió al mismo tiempo que la del jinete.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361188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611880"/>
            <a:ext cx="2697480" cy="5486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30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oyó nada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4114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señal auditiva del entorno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72968" y="361188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3611880"/>
            <a:ext cx="2697480" cy="5486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730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vio nada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0128" y="4114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paraguas nunca apareció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71616" y="3611880"/>
            <a:ext cx="2697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3611880"/>
            <a:ext cx="2697480" cy="54864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8776" y="3730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Leyó el cuerpo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08776" y="41148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muscular, respiración, postura.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no procesado vive en el cuerpo.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RESUMEN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412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4 Vías por las que Tu Estado Llega a Tu Animal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4187952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4187952" cy="45720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0642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11338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Neuroquímico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43784" y="1170432"/>
            <a:ext cx="1481328" cy="256032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11704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científica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627632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Oxitocina y cortisol compartidos.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química de tu cuerpo y la de tu animal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 sincronizadas de forma medible.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metáfora.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187952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78992"/>
            <a:ext cx="4187952" cy="45720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0642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22392" y="11338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Olfativo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24344" y="1170432"/>
            <a:ext cx="1481328" cy="256032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11704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científica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73752" y="1627632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animal huele tus cambios hormonales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hagas un solo gesto.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Miedo, tristeza, estrés — todo tiene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firma química.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4187952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017520"/>
            <a:ext cx="4187952" cy="45720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04495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1832" y="3072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Somático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843784" y="3108960"/>
            <a:ext cx="1481328" cy="256032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43784" y="31089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científica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3192" y="3566160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tono muscular, respiración y postura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mensaje. El animal no necesitó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oír ni ver nada. Leyó el cuerpo.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caballo y el paraguas.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3017520"/>
            <a:ext cx="4187952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017520"/>
            <a:ext cx="4187952" cy="4572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4495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22392" y="3072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Cardíaco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24344" y="3108960"/>
            <a:ext cx="1481328" cy="256032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24344" y="31089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bioenergético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3566160"/>
            <a:ext cx="3858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magnético del corazón: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hasta 90 cm fuera del cuerpo.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 = campo organizado.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Caos interno = campo caótico.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solidFill>
            <a:srgbClr val="C9A85C">
              <a:alpha val="18000"/>
            </a:srgbClr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tres mecanismos tienen publicaciones científicas · El cuarto es el marco bioenergético — distintos niveles epistemológicos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868680" cy="274320"/>
          </a:xfrm>
          <a:prstGeom prst="rect">
            <a:avLst/>
          </a:prstGeom>
          <a:solidFill>
            <a:srgbClr val="6B9E78"/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Tienen Ahora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8321040" cy="65836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737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vínculo con tu animal — primera lectura de la relación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8321040" cy="658368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6B9E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vías por las que tu estado llega a tu mascota — 3 con evidencia científica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8321040" cy="1234440"/>
          </a:xfrm>
          <a:prstGeom prst="rect">
            <a:avLst/>
          </a:prstGeom>
          <a:solidFill>
            <a:srgbClr val="C9A85C"/>
          </a:solidFill>
          <a:ln w="12700">
            <a:solidFill>
              <a:srgbClr val="C9A8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→ BLOQUE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95020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10 síntomas más comunes en animales y qué puede estar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comunicando cada uno — como punto de partida para observar.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D5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D5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  ·  Máximo 2  ·  Las demás: "Eso lo vemos más adelante."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Espejo Invisible — Bloque 1</dc:title>
  <dc:subject>PptxGenJS Presentation</dc:subject>
  <dc:creator>Dr. Miguel Ojeda Rios</dc:creator>
  <cp:lastModifiedBy>Dr. Miguel Ojeda Rios</cp:lastModifiedBy>
  <cp:revision>1</cp:revision>
  <dcterms:created xsi:type="dcterms:W3CDTF">2026-03-27T17:36:44Z</dcterms:created>
  <dcterms:modified xsi:type="dcterms:W3CDTF">2026-03-27T17:36:44Z</dcterms:modified>
</cp:coreProperties>
</file>